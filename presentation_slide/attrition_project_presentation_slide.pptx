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09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84"/>
            <a:ext cx="9144000" cy="5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machine learning system that predicts whether an employee is likely to leave a company (attrition). Trained on the IBM HR Analytics dataset, the model was deployed as an interactive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4028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258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96312" y="224028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224028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2258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96312" y="26334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72584" y="224028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224028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2258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26334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48856" y="2240280"/>
            <a:ext cx="2011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224028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2258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48856" y="26334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8503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9502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Scikit-learn · Imbalanced-learn · Matplotlib · Seaborn · Streamlit · Joblib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57276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869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822960"/>
            <a:ext cx="157276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8869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latin typeface="Georgia" panose="02040502050405020303" pitchFamily="18" charset="0"/>
              </a:rPr>
              <a:t>6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39112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58184" y="822960"/>
            <a:ext cx="157276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8869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58184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77256" y="822960"/>
            <a:ext cx="157276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8869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77256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6328" y="822960"/>
            <a:ext cx="157276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8869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96328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011680"/>
            <a:ext cx="85039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505456"/>
            <a:ext cx="201168" cy="201168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2468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imbalance confirmed — 84% Stay vs 16% Leave, directly motivating SMOTE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201168" cy="201168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017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strongly predicts attrition — employees working overtime left at much higher rates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201168" cy="201168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566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monthly income correlated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higher attrition risk across all </a:t>
            </a: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201168" cy="201168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9" name="Text 27"/>
          <p:cNvSpPr/>
          <p:nvPr/>
        </p:nvSpPr>
        <p:spPr>
          <a:xfrm>
            <a:off x="5047488" y="2468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work-life balance (score 1) was disproportionately common among employees who left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31" name="Text 29"/>
          <p:cNvSpPr/>
          <p:nvPr/>
        </p:nvSpPr>
        <p:spPr>
          <a:xfrm>
            <a:off x="5047488" y="3017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showed YearsAtCompany, TotalWorkingYears and Income are inter-linked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39" y="822960"/>
            <a:ext cx="656653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02336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" y="9144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1188720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EmployeeCount, EmployeeNumber, Over18, StandardHours — no predictive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656653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402336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6888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" y="2523744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Yes → 1 (Leave),  No → 0 (Stay)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656653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19856"/>
            <a:ext cx="402336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76732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" y="35112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" y="382219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 /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17043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94376" y="9144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94376" y="1225296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46888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94376" y="22128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523744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with SMOTE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16% of employees left. If the model always predicted "Stay" it would be 84% accurate — but useless, catching zero actual leavers. Plain accuracy is misleading here.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SMOTE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generates synthetic minority examples by interpolating between existing ones — giving the model balanced training data without just copying records.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training data, never the test 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SMOTE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1261872"/>
            <a:ext cx="1335024" cy="34747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261872"/>
            <a:ext cx="1335024" cy="34747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(0)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88352" y="1261872"/>
            <a:ext cx="1335024" cy="34747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(1)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1664208"/>
            <a:ext cx="133502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1664208"/>
            <a:ext cx="133502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88352" y="1664208"/>
            <a:ext cx="133502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1728" y="2066544"/>
            <a:ext cx="1335024" cy="347472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066544"/>
            <a:ext cx="1335024" cy="347472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88352" y="2066544"/>
            <a:ext cx="1335024" cy="347472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  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19659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88920"/>
            <a:ext cx="1965960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28163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145536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actual leavers the model catches. Missing a leaver costs more than a false alarm.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788920"/>
            <a:ext cx="19659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788920"/>
            <a:ext cx="1965960" cy="2743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28163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3145536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Balances catching leavers without over-flagging stayers.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Random Forest Classifier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8346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316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83080" y="1746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2176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83080" y="2606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35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3035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performed to confirm the model generalises before final test evaluation.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822960"/>
            <a:ext cx="5486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914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1298448"/>
            <a:ext cx="141732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5464" y="1298448"/>
            <a:ext cx="100584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97880" y="1298448"/>
            <a:ext cx="283464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1755648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5464" y="1755648"/>
            <a:ext cx="10058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97880" y="1755648"/>
            <a:ext cx="28346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= more stable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01568" y="2212848"/>
            <a:ext cx="141732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5464" y="2212848"/>
            <a:ext cx="10058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97880" y="2212848"/>
            <a:ext cx="28346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01568" y="2670048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55464" y="2670048"/>
            <a:ext cx="10058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97880" y="2670048"/>
            <a:ext cx="28346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imbalance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01568" y="3127248"/>
            <a:ext cx="141732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5464" y="3127248"/>
            <a:ext cx="10058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97880" y="3127248"/>
            <a:ext cx="28346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tiny splits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01568" y="3584448"/>
            <a:ext cx="14173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55464" y="3584448"/>
            <a:ext cx="10058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97880" y="3584448"/>
            <a:ext cx="28346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results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0749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 (threshold = 0.30)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14300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1298448"/>
            <a:ext cx="86868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298448"/>
            <a:ext cx="82296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10128" y="1298448"/>
            <a:ext cx="82296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60520" y="1298448"/>
            <a:ext cx="77724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1143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(0)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54480" y="1755648"/>
            <a:ext cx="868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1755648"/>
            <a:ext cx="8229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1755648"/>
            <a:ext cx="8229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60520" y="1755648"/>
            <a:ext cx="777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114300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54480" y="2212848"/>
            <a:ext cx="86868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2212848"/>
            <a:ext cx="82296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212848"/>
            <a:ext cx="82296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60520" y="2212848"/>
            <a:ext cx="7772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670048"/>
            <a:ext cx="11430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54480" y="2670048"/>
            <a:ext cx="868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2670048"/>
            <a:ext cx="8229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2670048"/>
            <a:ext cx="8229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60520" y="2670048"/>
            <a:ext cx="777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3127248"/>
            <a:ext cx="114300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54480" y="3127248"/>
            <a:ext cx="86868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68880" y="3127248"/>
            <a:ext cx="82296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10128" y="3127248"/>
            <a:ext cx="82296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60520" y="3127248"/>
            <a:ext cx="777240" cy="402336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005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lowered from 0.50 → 0.30 to improve recall on leavers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822960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23560" y="822960"/>
            <a:ext cx="54864" cy="8686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5" name="Text 33"/>
          <p:cNvSpPr/>
          <p:nvPr/>
        </p:nvSpPr>
        <p:spPr>
          <a:xfrm>
            <a:off x="5742432" y="886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</a:t>
            </a:r>
            <a:r>
              <a:rPr lang="en-US" sz="1100" b="1" dirty="0" smtClea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42432" y="1188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</a:t>
            </a:r>
            <a:r>
              <a:rPr lang="en-US" sz="10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who will leave — up from 23%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1801368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23560" y="1801368"/>
            <a:ext cx="54864" cy="8686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9" name="Text 37"/>
          <p:cNvSpPr/>
          <p:nvPr/>
        </p:nvSpPr>
        <p:spPr>
          <a:xfrm>
            <a:off x="5742432" y="18653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</a:t>
            </a:r>
            <a:r>
              <a:rPr lang="en-US" sz="1100" b="1" dirty="0" smtClea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42432" y="21671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(</a:t>
            </a:r>
            <a:r>
              <a:rPr lang="en-US" sz="10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0.38)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recall — acceptable trade-off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23560" y="2779776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23560" y="2779776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742432" y="2843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</a:t>
            </a:r>
            <a:r>
              <a:rPr lang="en-US" sz="11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742432" y="314553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0.83 intentionally for better recall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23560" y="3758184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23560" y="3758184"/>
            <a:ext cx="54864" cy="8686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7" name="Text 45"/>
          <p:cNvSpPr/>
          <p:nvPr/>
        </p:nvSpPr>
        <p:spPr>
          <a:xfrm>
            <a:off x="5742432" y="3822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</a:t>
            </a:r>
            <a:r>
              <a:rPr lang="en-US" sz="1100" b="1" dirty="0" smtClean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42432" y="412394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random chance (0.50)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" y="129844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onthly income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" y="207568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391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status, Years at company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" y="285292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163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Satisfaction, Work-Life 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22960"/>
            <a:ext cx="27432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74136" y="129844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2618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verdict — High (red) or Low (green)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74136" y="207568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0391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% of leaving vs staying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74136" y="285292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8163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risk flags — overtime, low income etc.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74136" y="363016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59359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 recommendations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822960"/>
            <a:ext cx="27432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0216" y="129844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26187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attrition_model.pkl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0216" y="207568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203911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transform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0216" y="285292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8163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feature_columns.pkl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alignment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0216" y="3630168"/>
            <a:ext cx="164592" cy="164592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59359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app.py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2011680" cy="2011680"/>
          </a:xfrm>
          <a:prstGeom prst="ellipse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960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· 1,470 employees · 35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618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200 trees · max depth 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2768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class_weight='balanced'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9352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(lowered from 0.50 to improve recall)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Recall: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960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 </a:t>
            </a:r>
            <a:r>
              <a:rPr lang="en-US" sz="11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correctly flags </a:t>
            </a:r>
            <a:r>
              <a:rPr lang="en-US" sz="1100" dirty="0" smtClean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</a:t>
            </a:r>
            <a:r>
              <a:rPr lang="en-US" sz="11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who will leave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18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618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 </a:t>
            </a:r>
            <a:r>
              <a:rPr lang="en-US" sz="11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balanced precision-recall for leavers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76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2768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</a:t>
            </a:r>
            <a:r>
              <a:rPr lang="en-US" sz="11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strong discriminatory power above chance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935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9352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· full interactive HR interface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8229600" cy="3657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tool giving HR teams an early warning system to improve employee retention.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3789</TotalTime>
  <Words>713</Words>
  <Application>Microsoft Office PowerPoint</Application>
  <PresentationFormat>On-screen Show (16:9)</PresentationFormat>
  <Paragraphs>177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13</cp:revision>
  <dcterms:created xsi:type="dcterms:W3CDTF">2026-04-08T20:36:32Z</dcterms:created>
  <dcterms:modified xsi:type="dcterms:W3CDTF">2026-04-11T11:58:49Z</dcterms:modified>
</cp:coreProperties>
</file>